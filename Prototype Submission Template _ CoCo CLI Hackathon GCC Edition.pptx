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Manrope SemiBold"/>
      <p:regular r:id="rId12"/>
      <p:bold r:id="rId13"/>
    </p:embeddedFont>
    <p:embeddedFont>
      <p:font typeface="Manrope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anropeSemiBold-bold.fntdata"/><Relationship Id="rId12" Type="http://schemas.openxmlformats.org/officeDocument/2006/relationships/font" Target="fonts/Manrope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anrope-bold.fntdata"/><Relationship Id="rId14" Type="http://schemas.openxmlformats.org/officeDocument/2006/relationships/font" Target="fonts/Manrop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xexexe 23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02808" y="3192600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02788" y="42501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02798" y="3534656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02788" y="39072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Size :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329100" y="600420"/>
            <a:ext cx="8485800" cy="42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55000"/>
              <a:buFont typeface="Arial"/>
              <a:buNone/>
            </a:pPr>
            <a:r>
              <a:rPr b="1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Submission Guidelines:</a:t>
            </a:r>
            <a:br>
              <a:rPr b="1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b="1" i="1" lang="en-GB" sz="1442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(Things to add on the submission deck)</a:t>
            </a:r>
            <a:endParaRPr b="1" i="1" sz="1442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55000"/>
              <a:buFont typeface="Arial"/>
              <a:buNone/>
            </a:pPr>
            <a:r>
              <a:rPr b="1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1. Problem Brief</a:t>
            </a:r>
            <a:endParaRPr b="1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What real business problem does this solve?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Who is the target user/persona?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What is the current pain point and how does this improve it?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Industry/domain context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55000"/>
              <a:buFont typeface="Arial"/>
              <a:buNone/>
            </a:pPr>
            <a:r>
              <a:rPr b="1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2. Architecture Diagram</a:t>
            </a:r>
            <a:endParaRPr b="1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System design showing data flow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Which CoCo CLI skills are used and how they connect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Data sources (structured/unstructured)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How modular components plug together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3. Impact Statement</a:t>
            </a:r>
            <a:endParaRPr b="1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Measurable outcomes (time saved, accuracy improvement, etc.)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Scalability potential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How this extends beyond the demo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/>
          <p:nvPr/>
        </p:nvSpPr>
        <p:spPr>
          <a:xfrm>
            <a:off x="315900" y="4478850"/>
            <a:ext cx="85122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i="1" lang="en-GB" sz="9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Additional Slide</a:t>
            </a:r>
            <a:endParaRPr b="0" i="1" sz="600" u="none" cap="none" strike="noStrike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 title="timer 1 min cowsswedededexeco cli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